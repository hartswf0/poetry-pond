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4983480" cy="62179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 that remembers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4892040" cy="62179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reader did.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consequence in LLM literature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600200" cy="0"/>
          </a:xfrm>
          <a:prstGeom prst="line">
            <a:avLst/>
          </a:prstGeom>
          <a:noFill/>
          <a:ln w="17780">
            <a:solidFill>
              <a:srgbClr val="FF0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choice changes nothing later,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interaction. It is decoration.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68696" y="296265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78892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17236" y="2711196"/>
            <a:ext cx="704088" cy="704088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9512" y="2633472"/>
            <a:ext cx="859536" cy="859536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1788" y="2555748"/>
            <a:ext cx="1014984" cy="1014984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4064" y="2478024"/>
            <a:ext cx="1170432" cy="1170432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06340" y="2400300"/>
            <a:ext cx="1325880" cy="132588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8616" y="2322576"/>
            <a:ext cx="1481328" cy="1481328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0892" y="2244852"/>
            <a:ext cx="1636776" cy="1636776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063240"/>
            <a:ext cx="1051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3063240"/>
            <a:ext cx="3840480" cy="-1143000"/>
          </a:xfrm>
          <a:prstGeom prst="line">
            <a:avLst/>
          </a:prstGeom>
          <a:noFill/>
          <a:ln w="444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69280" y="3063240"/>
            <a:ext cx="4480560" cy="91440"/>
          </a:xfrm>
          <a:prstGeom prst="line">
            <a:avLst/>
          </a:prstGeom>
          <a:noFill/>
          <a:ln w="444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0" y="3063240"/>
            <a:ext cx="3657600" cy="1508760"/>
          </a:xfrm>
          <a:prstGeom prst="line">
            <a:avLst/>
          </a:prstGeom>
          <a:noFill/>
          <a:ln w="444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2468880"/>
            <a:ext cx="1188720" cy="118872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5864" y="2340864"/>
            <a:ext cx="1444752" cy="144475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27848" y="2212848"/>
            <a:ext cx="1700784" cy="170078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99832" y="2084832"/>
            <a:ext cx="1956816" cy="195681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16" y="1956816"/>
            <a:ext cx="2212848" cy="221284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28800"/>
            <a:ext cx="2468880" cy="24688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15784" y="1700784"/>
            <a:ext cx="2724912" cy="272491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768" y="1572768"/>
            <a:ext cx="2980944" cy="298094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2240280"/>
            <a:ext cx="1645920" cy="1645920"/>
          </a:xfrm>
          <a:prstGeom prst="ellipse">
            <a:avLst/>
          </a:prstGeom>
          <a:solidFill>
            <a:srgbClr val="F1F1F1">
              <a:alpha val="0"/>
            </a:srgbClr>
          </a:solidFill>
          <a:ln w="3810">
            <a:solidFill>
              <a:srgbClr val="FFD9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95260" y="2080260"/>
            <a:ext cx="1965960" cy="1965960"/>
          </a:xfrm>
          <a:prstGeom prst="ellipse">
            <a:avLst/>
          </a:prstGeom>
          <a:solidFill>
            <a:srgbClr val="F1F1F1">
              <a:alpha val="0"/>
            </a:srgbClr>
          </a:solidFill>
          <a:ln w="3810">
            <a:solidFill>
              <a:srgbClr val="FFD9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920240"/>
            <a:ext cx="2286000" cy="2286000"/>
          </a:xfrm>
          <a:prstGeom prst="ellipse">
            <a:avLst/>
          </a:prstGeom>
          <a:solidFill>
            <a:srgbClr val="F1F1F1">
              <a:alpha val="0"/>
            </a:srgbClr>
          </a:solidFill>
          <a:ln w="3810">
            <a:solidFill>
              <a:srgbClr val="FFD9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5220" y="1760220"/>
            <a:ext cx="2606040" cy="2606040"/>
          </a:xfrm>
          <a:prstGeom prst="ellipse">
            <a:avLst/>
          </a:prstGeom>
          <a:solidFill>
            <a:srgbClr val="F1F1F1">
              <a:alpha val="0"/>
            </a:srgbClr>
          </a:solidFill>
          <a:ln w="3810">
            <a:solidFill>
              <a:srgbClr val="FFD9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1600200"/>
            <a:ext cx="2926080" cy="2926080"/>
          </a:xfrm>
          <a:prstGeom prst="ellipse">
            <a:avLst/>
          </a:prstGeom>
          <a:solidFill>
            <a:srgbClr val="F1F1F1">
              <a:alpha val="0"/>
            </a:srgbClr>
          </a:solidFill>
          <a:ln w="3810">
            <a:solidFill>
              <a:srgbClr val="FFD9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16368" y="1847088"/>
            <a:ext cx="146304" cy="14630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9328" y="1389888"/>
            <a:ext cx="146304" cy="14630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10928" y="2121408"/>
            <a:ext cx="146304" cy="14630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13848" y="3218688"/>
            <a:ext cx="146304" cy="14630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33688" y="4498848"/>
            <a:ext cx="146304" cy="14630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07808" y="4315968"/>
            <a:ext cx="146304" cy="14630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02368" y="4956048"/>
            <a:ext cx="146304" cy="14630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76288" y="3493008"/>
            <a:ext cx="146304" cy="14630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MODE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566928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interactive text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603504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forgets the action.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without later consequence is theater.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3310128" cy="2148840"/>
          </a:xfrm>
          <a:prstGeom prst="rect">
            <a:avLst/>
          </a:prstGeom>
          <a:solidFill>
            <a:srgbClr val="F1F1F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43200"/>
            <a:ext cx="3310128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1288" y="28529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" y="30540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33272" y="4005072"/>
            <a:ext cx="219456" cy="21945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84048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" y="3726180"/>
            <a:ext cx="777240" cy="7772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11880"/>
            <a:ext cx="1005840" cy="10058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4114800"/>
            <a:ext cx="2441448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69080" y="2743200"/>
            <a:ext cx="3310128" cy="2148840"/>
          </a:xfrm>
          <a:prstGeom prst="rect">
            <a:avLst/>
          </a:prstGeom>
          <a:solidFill>
            <a:srgbClr val="F1F1F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9080" y="2743200"/>
            <a:ext cx="3310128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27448" y="28529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menu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7448" y="30540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fork appears, then closes.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99432" y="4005072"/>
            <a:ext cx="219456" cy="21945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84048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0540" y="3726180"/>
            <a:ext cx="777240" cy="7772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3611880"/>
            <a:ext cx="1005840" cy="10058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4114800"/>
            <a:ext cx="2395728" cy="0"/>
          </a:xfrm>
          <a:prstGeom prst="line">
            <a:avLst/>
          </a:prstGeom>
          <a:noFill/>
          <a:ln w="2921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12080" y="4114800"/>
            <a:ext cx="1161288" cy="-50292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212080" y="4114800"/>
            <a:ext cx="1161288" cy="50292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35240" y="2743200"/>
            <a:ext cx="3310128" cy="2148840"/>
          </a:xfrm>
          <a:prstGeom prst="rect">
            <a:avLst/>
          </a:prstGeom>
          <a:solidFill>
            <a:srgbClr val="F1F1F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2743200"/>
            <a:ext cx="3310128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93608" y="28529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 system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93608" y="30540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 alters the next scene.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165592" y="4005072"/>
            <a:ext cx="219456" cy="21945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384048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86700" y="3726180"/>
            <a:ext cx="777240" cy="7772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3611880"/>
            <a:ext cx="1005840" cy="10058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58100" y="3497580"/>
            <a:ext cx="1234440" cy="12344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3383280"/>
            <a:ext cx="1463040" cy="14630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29500" y="3268980"/>
            <a:ext cx="1691640" cy="1691640"/>
          </a:xfrm>
          <a:prstGeom prst="ellipse">
            <a:avLst/>
          </a:prstGeom>
          <a:solidFill>
            <a:srgbClr val="F1F1F1">
              <a:alpha val="0"/>
            </a:srgbClr>
          </a:solidFill>
          <a:ln w="5080">
            <a:solidFill>
              <a:srgbClr val="FF00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75320" y="4114800"/>
            <a:ext cx="2350008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823960" y="4114800"/>
            <a:ext cx="1115568" cy="-731520"/>
          </a:xfrm>
          <a:prstGeom prst="line">
            <a:avLst/>
          </a:prstGeom>
          <a:noFill/>
          <a:ln w="2921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823960" y="4114800"/>
            <a:ext cx="1115568" cy="731520"/>
          </a:xfrm>
          <a:prstGeom prst="line">
            <a:avLst/>
          </a:prstGeom>
          <a:noFill/>
          <a:ln w="2921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409176" y="3419856"/>
            <a:ext cx="109728" cy="10972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03536" y="3968496"/>
            <a:ext cx="109728" cy="10972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32136" y="4608576"/>
            <a:ext cx="109728" cy="10972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26296" y="4425696"/>
            <a:ext cx="109728" cy="10972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13632" y="3547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›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7479792" y="3547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›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RULE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41248"/>
            <a:ext cx="5852160" cy="65836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ripple is not a vibe.</a:t>
            </a:r>
            <a:endParaRPr lang="en-US" sz="3500" dirty="0"/>
          </a:p>
        </p:txBody>
      </p:sp>
      <p:sp>
        <p:nvSpPr>
          <p:cNvPr id="10" name="Shape 8"/>
          <p:cNvSpPr/>
          <p:nvPr/>
        </p:nvSpPr>
        <p:spPr>
          <a:xfrm>
            <a:off x="594360" y="2999232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2916936"/>
            <a:ext cx="713232" cy="71323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834640"/>
            <a:ext cx="877824" cy="87782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752344"/>
            <a:ext cx="1042416" cy="104241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" y="2670048"/>
            <a:ext cx="1207008" cy="120700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587752"/>
            <a:ext cx="1371600" cy="137160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" y="2505456"/>
            <a:ext cx="1536192" cy="153619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" y="2423160"/>
            <a:ext cx="1700784" cy="170078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" y="3191256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816352"/>
            <a:ext cx="914400" cy="914400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6464" y="2688336"/>
            <a:ext cx="1170432" cy="1170432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98448" y="2560320"/>
            <a:ext cx="1426464" cy="1426464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0432" y="2432304"/>
            <a:ext cx="1682496" cy="1682496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31620" y="2793492"/>
            <a:ext cx="960120" cy="9601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627632" y="33192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3273552"/>
            <a:ext cx="1554480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0" y="2816352"/>
            <a:ext cx="914400" cy="914400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86784" y="2688336"/>
            <a:ext cx="1170432" cy="1170432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58768" y="2560320"/>
            <a:ext cx="1426464" cy="1426464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30752" y="2432304"/>
            <a:ext cx="1682496" cy="1682496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91940" y="2793492"/>
            <a:ext cx="960120" cy="960120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187952" y="33192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74920" y="3273552"/>
            <a:ext cx="1554480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75120" y="2816352"/>
            <a:ext cx="914400" cy="914400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FF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47104" y="2688336"/>
            <a:ext cx="1170432" cy="1170432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FF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560320"/>
            <a:ext cx="1426464" cy="1426464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91072" y="2432304"/>
            <a:ext cx="1682496" cy="1682496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52260" y="2793492"/>
            <a:ext cx="960120" cy="96012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748272" y="33192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shifts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635240" y="3273552"/>
            <a:ext cx="1737360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418320" y="2816352"/>
            <a:ext cx="914400" cy="914400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90304" y="2688336"/>
            <a:ext cx="1170432" cy="1170432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62288" y="2560320"/>
            <a:ext cx="1426464" cy="1426464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2432304"/>
            <a:ext cx="1682496" cy="1682496"/>
          </a:xfrm>
          <a:prstGeom prst="ellipse">
            <a:avLst/>
          </a:prstGeom>
          <a:solidFill>
            <a:srgbClr val="F1F1F1">
              <a:alpha val="0"/>
            </a:srgbClr>
          </a:solidFill>
          <a:ln w="5715">
            <a:solidFill>
              <a:srgbClr val="FF00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95460" y="2793492"/>
            <a:ext cx="960120" cy="9601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4692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9491472" y="33192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detect it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5577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one link and the ripple fails.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530352" y="5989320"/>
            <a:ext cx="1371600" cy="0"/>
          </a:xfrm>
          <a:prstGeom prst="line">
            <a:avLst/>
          </a:prstGeom>
          <a:noFill/>
          <a:ln w="25400">
            <a:solidFill>
              <a:srgbClr val="FF00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TEST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6766560" cy="65836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blueberry test.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2011680" y="2926080"/>
            <a:ext cx="457200" cy="45720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6524" y="2820924"/>
            <a:ext cx="667512" cy="66751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01368" y="2715768"/>
            <a:ext cx="877824" cy="87782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6212" y="2610612"/>
            <a:ext cx="1088136" cy="108813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1056" y="2505456"/>
            <a:ext cx="1298448" cy="129844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5900" y="2400300"/>
            <a:ext cx="1508760" cy="15087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163824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8024" y="3392424"/>
            <a:ext cx="256032" cy="256032"/>
          </a:xfrm>
          <a:prstGeom prst="ellipse">
            <a:avLst/>
          </a:prstGeom>
          <a:solidFill>
            <a:srgbClr val="001EAA"/>
          </a:solidFill>
          <a:ln w="12700">
            <a:solidFill>
              <a:srgbClr val="001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Bird eats berry.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4760" y="3337560"/>
            <a:ext cx="548640" cy="0"/>
          </a:xfrm>
          <a:prstGeom prst="line">
            <a:avLst/>
          </a:prstGeom>
          <a:noFill/>
          <a:ln w="2921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663440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5646420" y="2948940"/>
            <a:ext cx="594360" cy="5943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2834640"/>
            <a:ext cx="822960" cy="8229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7820" y="2720340"/>
            <a:ext cx="1051560" cy="10515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2606040"/>
            <a:ext cx="1280160" cy="12801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9220" y="2491740"/>
            <a:ext cx="1508760" cy="15087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78424" y="2980944"/>
            <a:ext cx="530352" cy="5303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1F1"/>
                </a:solidFill>
              </a:rPr>
              <a:t>◆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9204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System stores the event.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8080" y="3337560"/>
            <a:ext cx="548640" cy="0"/>
          </a:xfrm>
          <a:prstGeom prst="line">
            <a:avLst/>
          </a:prstGeom>
          <a:noFill/>
          <a:ln w="2921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641080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9555480" y="2880360"/>
            <a:ext cx="640080" cy="6400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50324" y="2775204"/>
            <a:ext cx="850392" cy="85039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45168" y="2670048"/>
            <a:ext cx="1060704" cy="106070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40012" y="2564892"/>
            <a:ext cx="1271016" cy="127101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34856" y="2459736"/>
            <a:ext cx="1481328" cy="148132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29700" y="2354580"/>
            <a:ext cx="1691640" cy="16916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8340" y="2903220"/>
            <a:ext cx="594360" cy="594360"/>
          </a:xfrm>
          <a:prstGeom prst="ellipse">
            <a:avLst/>
          </a:prstGeom>
          <a:solidFill>
            <a:srgbClr val="E2471B"/>
          </a:solidFill>
          <a:ln w="12700">
            <a:solidFill>
              <a:srgbClr val="E2471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72600" y="3886200"/>
            <a:ext cx="10515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95560" y="3886200"/>
            <a:ext cx="0" cy="-731520"/>
          </a:xfrm>
          <a:prstGeom prst="line">
            <a:avLst/>
          </a:prstGeom>
          <a:noFill/>
          <a:ln w="1651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Later scene reflects the loss.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2920" y="5650992"/>
            <a:ext cx="1280160" cy="0"/>
          </a:xfrm>
          <a:prstGeom prst="line">
            <a:avLst/>
          </a:prstGeom>
          <a:noFill/>
          <a:ln w="25400">
            <a:solidFill>
              <a:srgbClr val="FF00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58338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berry returns untouched, the system forgot.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7498080" cy="640080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a ripple travels.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changes meaning.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5440680"/>
            <a:ext cx="1280160" cy="0"/>
          </a:xfrm>
          <a:prstGeom prst="line">
            <a:avLst/>
          </a:prstGeom>
          <a:noFill/>
          <a:ln w="25400">
            <a:solidFill>
              <a:srgbClr val="FF0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596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thought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1874520"/>
            <a:ext cx="0" cy="388620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Ecologies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4340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condition changes another.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5440680"/>
            <a:ext cx="1280160" cy="0"/>
          </a:xfrm>
          <a:prstGeom prst="line">
            <a:avLst/>
          </a:prstGeom>
          <a:noFill/>
          <a:ln w="25400">
            <a:solidFill>
              <a:srgbClr val="FF00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596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relations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0" cy="388620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0100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state changes the next state.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5440680"/>
            <a:ext cx="1280160" cy="0"/>
          </a:xfrm>
          <a:prstGeom prst="line">
            <a:avLst/>
          </a:prstGeom>
          <a:noFill/>
          <a:ln w="25400">
            <a:solidFill>
              <a:srgbClr val="FF00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5596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updating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1560" y="352044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3836" y="3442716"/>
            <a:ext cx="704088" cy="70408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3364992"/>
            <a:ext cx="859536" cy="85953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" y="3287268"/>
            <a:ext cx="1014984" cy="101498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" y="3209544"/>
            <a:ext cx="1170432" cy="117043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" y="3131820"/>
            <a:ext cx="1325880" cy="13258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3703320"/>
            <a:ext cx="182880" cy="1828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3127248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32888" y="3127248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5808" y="3127248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29968" y="3630168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2888" y="3630168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5808" y="3630168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749040"/>
            <a:ext cx="685800" cy="-59436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371600" y="3749040"/>
            <a:ext cx="1005840" cy="-36576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371600" y="3749040"/>
            <a:ext cx="1325880" cy="-13716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371600" y="3749040"/>
            <a:ext cx="1645920" cy="9144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509260" y="3543300"/>
            <a:ext cx="502920" cy="50292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50408" y="2807208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3794760"/>
            <a:ext cx="0" cy="-777240"/>
          </a:xfrm>
          <a:prstGeom prst="line">
            <a:avLst/>
          </a:prstGeom>
          <a:noFill/>
          <a:ln w="889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420054" y="3344268"/>
            <a:ext cx="420624" cy="42062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720" y="3794760"/>
            <a:ext cx="869646" cy="-24018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087879" y="4213248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3794760"/>
            <a:ext cx="537471" cy="628800"/>
          </a:xfrm>
          <a:prstGeom prst="line">
            <a:avLst/>
          </a:prstGeom>
          <a:noFill/>
          <a:ln w="889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12937" y="4213248"/>
            <a:ext cx="420624" cy="42062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3794760"/>
            <a:ext cx="-537471" cy="628800"/>
          </a:xfrm>
          <a:prstGeom prst="line">
            <a:avLst/>
          </a:prstGeom>
          <a:noFill/>
          <a:ln w="889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680762" y="3344268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0" y="3794760"/>
            <a:ext cx="-869646" cy="-240180"/>
          </a:xfrm>
          <a:prstGeom prst="line">
            <a:avLst/>
          </a:prstGeom>
          <a:noFill/>
          <a:ln w="889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380476" y="2894076"/>
            <a:ext cx="64008" cy="6400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12480" y="292608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00516" y="2939796"/>
            <a:ext cx="64008" cy="6400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32520" y="297180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0556" y="2894076"/>
            <a:ext cx="64008" cy="640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52560" y="292608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40596" y="2939796"/>
            <a:ext cx="64008" cy="6400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72600" y="297180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60636" y="2894076"/>
            <a:ext cx="64008" cy="6400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92640" y="292608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80676" y="2939796"/>
            <a:ext cx="64008" cy="640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12680" y="297180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00716" y="2894076"/>
            <a:ext cx="64008" cy="6400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972800" y="286207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380476" y="3534156"/>
            <a:ext cx="64008" cy="6400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12480" y="356616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00516" y="3579876"/>
            <a:ext cx="64008" cy="640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32520" y="361188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20556" y="3534156"/>
            <a:ext cx="64008" cy="6400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52560" y="356616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340596" y="3579876"/>
            <a:ext cx="64008" cy="6400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72600" y="361188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60636" y="3534156"/>
            <a:ext cx="64008" cy="640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92640" y="356616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980676" y="3579876"/>
            <a:ext cx="64008" cy="6400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12680" y="361188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300716" y="3534156"/>
            <a:ext cx="64008" cy="6400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972800" y="350215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+ 1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380476" y="4174236"/>
            <a:ext cx="64008" cy="640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412480" y="420624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00516" y="4219956"/>
            <a:ext cx="64008" cy="6400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32520" y="425196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20556" y="4174236"/>
            <a:ext cx="64008" cy="6400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52560" y="420624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40596" y="4219956"/>
            <a:ext cx="64008" cy="640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425196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60636" y="4174236"/>
            <a:ext cx="64008" cy="6400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92640" y="4206240"/>
            <a:ext cx="320040" cy="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80676" y="4219956"/>
            <a:ext cx="64008" cy="64008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12680" y="4251960"/>
            <a:ext cx="320040" cy="-45720"/>
          </a:xfrm>
          <a:prstGeom prst="line">
            <a:avLst/>
          </a:prstGeom>
          <a:noFill/>
          <a:ln w="5715">
            <a:solidFill>
              <a:srgbClr val="11111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300716" y="4174236"/>
            <a:ext cx="64008" cy="640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972800" y="414223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+ 2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56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PART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502920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338328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easy.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388620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is hard.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56235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must choose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effects count.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440680"/>
            <a:ext cx="1097280" cy="0"/>
          </a:xfrm>
          <a:prstGeom prst="line">
            <a:avLst/>
          </a:prstGeom>
          <a:noFill/>
          <a:ln w="25400">
            <a:solidFill>
              <a:srgbClr val="FF0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3154680"/>
            <a:ext cx="640080" cy="6400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3620" y="2994660"/>
            <a:ext cx="960120" cy="96012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834640"/>
            <a:ext cx="1280160" cy="12801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3580" y="2674620"/>
            <a:ext cx="1600200" cy="160020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2514600"/>
            <a:ext cx="1920240" cy="19202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3540" y="2354580"/>
            <a:ext cx="2240280" cy="22402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3620" y="2994660"/>
            <a:ext cx="960120" cy="960120"/>
          </a:xfrm>
          <a:prstGeom prst="ellipse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7900" y="2948940"/>
            <a:ext cx="1051560" cy="1051560"/>
          </a:xfrm>
          <a:prstGeom prst="ellipse">
            <a:avLst/>
          </a:prstGeom>
          <a:solidFill>
            <a:srgbClr val="F1F1F1">
              <a:alpha val="0"/>
            </a:srgbClr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749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Bird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eats berry.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32220" y="3086100"/>
            <a:ext cx="502920" cy="5029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09544"/>
            <a:ext cx="91440" cy="91440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5100" y="708660"/>
            <a:ext cx="685800" cy="685800"/>
          </a:xfrm>
          <a:prstGeom prst="ellipse">
            <a:avLst/>
          </a:prstGeom>
          <a:solidFill>
            <a:srgbClr val="F1F1F1">
              <a:alpha val="0"/>
            </a:srgbClr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84848" y="978408"/>
            <a:ext cx="146304" cy="14630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8869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474720"/>
            <a:ext cx="274320" cy="-242316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58300" y="1851660"/>
            <a:ext cx="685800" cy="685800"/>
          </a:xfrm>
          <a:prstGeom prst="ellipse">
            <a:avLst/>
          </a:prstGeom>
          <a:solidFill>
            <a:srgbClr val="F1F1F1">
              <a:alpha val="0"/>
            </a:srgbClr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28048" y="2121408"/>
            <a:ext cx="146304" cy="14630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0112" y="20299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move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elsewhere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474720"/>
            <a:ext cx="3017520" cy="-128016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01100" y="4411980"/>
            <a:ext cx="685800" cy="685800"/>
          </a:xfrm>
          <a:prstGeom prst="ellipse">
            <a:avLst/>
          </a:prstGeom>
          <a:solidFill>
            <a:srgbClr val="F1F1F1">
              <a:alpha val="0"/>
            </a:srgbClr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70848" y="4681728"/>
            <a:ext cx="146304" cy="14630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82912" y="45902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3474720"/>
            <a:ext cx="2560320" cy="128016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320540" y="4411980"/>
            <a:ext cx="685800" cy="685800"/>
          </a:xfrm>
          <a:prstGeom prst="ellipse">
            <a:avLst/>
          </a:prstGeom>
          <a:solidFill>
            <a:srgbClr val="F1F1F1">
              <a:alpha val="0"/>
            </a:srgbClr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90288" y="4681728"/>
            <a:ext cx="146304" cy="14630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45902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3474720"/>
            <a:ext cx="-1920240" cy="128016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29100" y="1805940"/>
            <a:ext cx="685800" cy="685800"/>
          </a:xfrm>
          <a:prstGeom prst="ellipse">
            <a:avLst/>
          </a:prstGeom>
          <a:solidFill>
            <a:srgbClr val="F1F1F1">
              <a:alpha val="0"/>
            </a:srgbClr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98848" y="2075688"/>
            <a:ext cx="146304" cy="14630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1984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583680" y="3474720"/>
            <a:ext cx="-2011680" cy="-132588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TENSION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493776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surprise.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5440680" y="868680"/>
            <a:ext cx="612648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reader wants causality.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open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drift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68880" y="329184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5436" y="3168396"/>
            <a:ext cx="795528" cy="79552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1992" y="3044952"/>
            <a:ext cx="1042416" cy="104241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98548" y="2921508"/>
            <a:ext cx="1289304" cy="128930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2798064"/>
            <a:ext cx="1536192" cy="153619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51660" y="2674620"/>
            <a:ext cx="1783080" cy="17830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566160"/>
            <a:ext cx="1188720" cy="0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43200" y="3566160"/>
            <a:ext cx="840552" cy="711236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43200" y="3566160"/>
            <a:ext cx="0" cy="1005840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43200" y="3566160"/>
            <a:ext cx="-840552" cy="711236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0" y="3566160"/>
            <a:ext cx="-1188720" cy="0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43200" y="3566160"/>
            <a:ext cx="-840552" cy="-711236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743200" y="3566160"/>
            <a:ext cx="0" cy="-1005840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43200" y="3566160"/>
            <a:ext cx="840552" cy="-711236"/>
          </a:xfrm>
          <a:prstGeom prst="line">
            <a:avLst/>
          </a:prstGeom>
          <a:noFill/>
          <a:ln w="10160">
            <a:solidFill>
              <a:srgbClr val="FF00CC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800600" y="5303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autonomy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897880" y="329184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7860" y="3131820"/>
            <a:ext cx="868680" cy="8686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2971800"/>
            <a:ext cx="1188720" cy="118872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7820" y="2811780"/>
            <a:ext cx="1508760" cy="15087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2651760"/>
            <a:ext cx="1828800" cy="182880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7780" y="2491740"/>
            <a:ext cx="2148840" cy="21488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474720"/>
            <a:ext cx="182880" cy="1828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3566160"/>
            <a:ext cx="1143000" cy="-64008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172200" y="3566160"/>
            <a:ext cx="1143000" cy="68580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72200" y="3566160"/>
            <a:ext cx="155448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326880" y="42519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rigid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script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726680" y="3566160"/>
            <a:ext cx="16002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79308" y="3515868"/>
            <a:ext cx="100584" cy="10058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45068" y="3515868"/>
            <a:ext cx="100584" cy="10058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10828" y="3515868"/>
            <a:ext cx="100584" cy="10058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76588" y="3515868"/>
            <a:ext cx="100584" cy="10058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42348" y="3515868"/>
            <a:ext cx="100584" cy="10058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5989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is not freedom or control. The job is consequence that stays legible.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630936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49808"/>
            <a:ext cx="5166360" cy="53035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the field,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5257800" cy="53035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sentence.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5897880" cy="566928"/>
          </a:xfrm>
          <a:prstGeom prst="rect">
            <a:avLst/>
          </a:prstGeom>
          <a:solidFill>
            <a:srgbClr val="F1F1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23160"/>
            <a:ext cx="731520" cy="566928"/>
          </a:xfrm>
          <a:prstGeom prst="rect">
            <a:avLst/>
          </a:prstGeom>
          <a:solidFill>
            <a:srgbClr val="FF00CC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963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08760" y="25328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Define entities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89320" y="2423160"/>
            <a:ext cx="41148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72968"/>
            <a:ext cx="5897880" cy="566928"/>
          </a:xfrm>
          <a:prstGeom prst="rect">
            <a:avLst/>
          </a:prstGeom>
          <a:solidFill>
            <a:srgbClr val="F1F1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72968"/>
            <a:ext cx="731520" cy="566928"/>
          </a:xfrm>
          <a:prstGeom prst="rect">
            <a:avLst/>
          </a:prstGeom>
          <a:solidFill>
            <a:srgbClr val="FF00CC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461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08760" y="32826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Define allowed actions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89320" y="3172968"/>
            <a:ext cx="41148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22776"/>
            <a:ext cx="5897880" cy="566928"/>
          </a:xfrm>
          <a:prstGeom prst="rect">
            <a:avLst/>
          </a:prstGeom>
          <a:solidFill>
            <a:srgbClr val="F1F1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22776"/>
            <a:ext cx="731520" cy="566928"/>
          </a:xfrm>
          <a:prstGeom prst="rect">
            <a:avLst/>
          </a:prstGeom>
          <a:solidFill>
            <a:srgbClr val="FF00CC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9959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08760" y="40325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Define what persists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989320" y="3922776"/>
            <a:ext cx="41148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672584"/>
            <a:ext cx="5897880" cy="566928"/>
          </a:xfrm>
          <a:prstGeom prst="rect">
            <a:avLst/>
          </a:prstGeom>
          <a:solidFill>
            <a:srgbClr val="F1F1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672584"/>
            <a:ext cx="731520" cy="566928"/>
          </a:xfrm>
          <a:prstGeom prst="rect">
            <a:avLst/>
          </a:prstGeom>
          <a:solidFill>
            <a:srgbClr val="FF00CC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74573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08760" y="47823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Expose later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consequences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89320" y="4672584"/>
            <a:ext cx="41148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8338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control from wording to world rules.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03820" y="3086100"/>
            <a:ext cx="502920" cy="50292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1524" y="3003804"/>
            <a:ext cx="667512" cy="66751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39228" y="2921508"/>
            <a:ext cx="832104" cy="83210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6932" y="2839212"/>
            <a:ext cx="996696" cy="99669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74636" y="2756916"/>
            <a:ext cx="1161288" cy="116128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92340" y="2674620"/>
            <a:ext cx="1325880" cy="13258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10044" y="2592324"/>
            <a:ext cx="1490472" cy="149047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27748" y="2510028"/>
            <a:ext cx="1655064" cy="165506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50124" y="3232404"/>
            <a:ext cx="210312" cy="2103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3337560"/>
            <a:ext cx="3108960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955280" y="3337560"/>
            <a:ext cx="2103120" cy="123444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309860" y="3268980"/>
            <a:ext cx="137160" cy="137160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49156" y="1796796"/>
            <a:ext cx="155448" cy="15544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33304" y="2386584"/>
            <a:ext cx="164592" cy="16459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64824" y="3941064"/>
            <a:ext cx="164592" cy="16459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6446520"/>
            <a:ext cx="1138428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502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749808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87552"/>
            <a:ext cx="3566160" cy="53035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test,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3657600" cy="53035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concretely.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16636" y="2912364"/>
            <a:ext cx="100584" cy="10058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8529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reader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initiating action?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62656" y="2852928"/>
            <a:ext cx="0" cy="201168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2676" y="2912364"/>
            <a:ext cx="100584" cy="10058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8529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they find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813048"/>
            <a:ext cx="484632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" y="4009644"/>
            <a:ext cx="100584" cy="10058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9502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two readers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the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causal chain?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62656" y="2852928"/>
            <a:ext cx="0" cy="201168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813048"/>
            <a:ext cx="4846320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22676" y="4009644"/>
            <a:ext cx="100584" cy="100584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9502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what point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spread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noise?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" y="5715000"/>
            <a:ext cx="4480560" cy="0"/>
          </a:xfrm>
          <a:prstGeom prst="line">
            <a:avLst/>
          </a:prstGeom>
          <a:noFill/>
          <a:ln w="25400">
            <a:solidFill>
              <a:srgbClr val="FF00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8978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cannot test the ripple, you have not designed it yet.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3246120"/>
            <a:ext cx="548640" cy="5486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34656" y="3145536"/>
            <a:ext cx="749808" cy="74980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34072" y="3044952"/>
            <a:ext cx="950976" cy="95097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33488" y="2944368"/>
            <a:ext cx="1152144" cy="115214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2904" y="2843784"/>
            <a:ext cx="1353312" cy="135331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2743200"/>
            <a:ext cx="1554480" cy="155448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31736" y="2642616"/>
            <a:ext cx="1755648" cy="175564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31152" y="2542032"/>
            <a:ext cx="1956816" cy="195681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3429000"/>
            <a:ext cx="182880" cy="1828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3520440"/>
            <a:ext cx="2468880" cy="-68580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909560" y="3520440"/>
            <a:ext cx="2468880" cy="77724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909560" y="3520440"/>
            <a:ext cx="3108960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76004" y="2409444"/>
            <a:ext cx="118872" cy="118872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98964" y="1952244"/>
            <a:ext cx="118872" cy="11887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07524" y="4604004"/>
            <a:ext cx="118872" cy="118872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39044" y="3872484"/>
            <a:ext cx="118872" cy="11887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10244" y="4238244"/>
            <a:ext cx="118872" cy="11887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32004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Coaxing the Ripples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11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658368"/>
            <a:ext cx="1097280" cy="0"/>
          </a:xfrm>
          <a:prstGeom prst="line">
            <a:avLst/>
          </a:prstGeom>
          <a:noFill/>
          <a:ln w="19050">
            <a:solidFill>
              <a:srgbClr val="FF0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25196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alone 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03320" cy="56692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enough.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consequence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matters only when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returns 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4434840"/>
            <a:ext cx="3291840" cy="402336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history.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5440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remembered action.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60620" y="3177540"/>
            <a:ext cx="502920" cy="50292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3099816"/>
            <a:ext cx="658368" cy="65836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5172" y="3022092"/>
            <a:ext cx="813816" cy="81381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2944368"/>
            <a:ext cx="969264" cy="96926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9724" y="2866644"/>
            <a:ext cx="1124712" cy="112471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788920"/>
            <a:ext cx="1280160" cy="128016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2352" y="3319272"/>
            <a:ext cx="219456" cy="21945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429000"/>
            <a:ext cx="3200400" cy="0"/>
          </a:xfrm>
          <a:prstGeom prst="line">
            <a:avLst/>
          </a:prstGeom>
          <a:noFill/>
          <a:ln w="228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2926080"/>
            <a:ext cx="1005840" cy="100584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78824" y="2798064"/>
            <a:ext cx="1261872" cy="126187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0808" y="2670048"/>
            <a:ext cx="1517904" cy="151790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22792" y="2542032"/>
            <a:ext cx="1773936" cy="1773936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94776" y="2414016"/>
            <a:ext cx="2029968" cy="2029968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2286000"/>
            <a:ext cx="2286000" cy="2286000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38744" y="2157984"/>
            <a:ext cx="2542032" cy="2542032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0728" y="2029968"/>
            <a:ext cx="2798064" cy="2798064"/>
          </a:xfrm>
          <a:prstGeom prst="ellipse">
            <a:avLst/>
          </a:prstGeom>
          <a:solidFill>
            <a:srgbClr val="F1F1F1">
              <a:alpha val="0"/>
            </a:srgbClr>
          </a:solidFill>
          <a:ln w="4445">
            <a:solidFill>
              <a:srgbClr val="FF0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17736" y="3236976"/>
            <a:ext cx="384048" cy="384048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58784" y="2432304"/>
            <a:ext cx="164592" cy="164592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84664" y="2249424"/>
            <a:ext cx="164592" cy="164592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24744" y="2889504"/>
            <a:ext cx="164592" cy="16459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87584" y="4123944"/>
            <a:ext cx="164592" cy="16459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38944" y="4581144"/>
            <a:ext cx="164592" cy="164592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50224" y="4443984"/>
            <a:ext cx="164592" cy="164592"/>
          </a:xfrm>
          <a:prstGeom prst="ellipse">
            <a:avLst/>
          </a:prstGeom>
          <a:solidFill>
            <a:srgbClr val="FF00CC"/>
          </a:solidFill>
          <a:ln w="12700">
            <a:solidFill>
              <a:srgbClr val="FF00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38744" y="2843784"/>
            <a:ext cx="164592" cy="16459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Marttila · Hartsoe · Bolter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Coaxing the Ripples — Editable Highlighter Deck</dc:title>
  <dc:subject>Coaxing the Ripples</dc:subject>
  <dc:creator>OpenAI</dc:creator>
  <cp:lastModifiedBy>OpenAI</cp:lastModifiedBy>
  <cp:revision>1</cp:revision>
  <dcterms:created xsi:type="dcterms:W3CDTF">2026-07-16T06:32:00Z</dcterms:created>
  <dcterms:modified xsi:type="dcterms:W3CDTF">2026-07-16T06:32:00Z</dcterms:modified>
</cp:coreProperties>
</file>